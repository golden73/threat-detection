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AI-Assisted Threat Detection &amp; Response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End-to-end threat detection pipeline built on CICIDS2017</a:t>
            </a:r>
          </a:p>
          <a:p>
            <a:r>
              <a:t>All offline-capable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Networks generate millions of flows daily</a:t>
            </a:r>
          </a:p>
          <a:p>
            <a:r>
              <a:t>Analysts cannot manually triage all alerts</a:t>
            </a:r>
          </a:p>
          <a:p>
            <a:r>
              <a:t>False positives waste time; missed attacks cost money</a:t>
            </a:r>
          </a:p>
          <a:p>
            <a:r>
              <a:t>Small IT teams in Lusaka, Zambia lack resources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ML-based detection (XGBoost) on flow data</a:t>
            </a:r>
          </a:p>
          <a:p>
            <a:r>
              <a:t>Alert correlation into incidents</a:t>
            </a:r>
          </a:p>
          <a:p>
            <a:r>
              <a:t>MITRE ATT&amp;CK mapping for context</a:t>
            </a:r>
          </a:p>
          <a:p>
            <a:r>
              <a:t>AI SOC assistant for response recommendations</a:t>
            </a:r>
          </a:p>
          <a:p>
            <a:r>
              <a:t>Standalone demo page, fully offline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(6-Step Pipeline)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Step 1: Load &amp; clean CICIDS2017 CSVs -&gt; clean.csv</a:t>
            </a:r>
          </a:p>
          <a:p>
            <a:r>
              <a:t>Step 2: Train XGBoost with k-fold OOF -&gt; predictions.csv</a:t>
            </a:r>
          </a:p>
          <a:p>
            <a:r>
              <a:t>Step 3: Correlate alerts into incidents -&gt; alerts.json, incidents.json</a:t>
            </a:r>
          </a:p>
          <a:p>
            <a:r>
              <a:t>Step 4: AI assistant generates reports -&gt; reports/*.md</a:t>
            </a:r>
          </a:p>
          <a:p>
            <a:r>
              <a:t>Step 5: Hard evaluation (chronological, LOAO, cross-capture)</a:t>
            </a:r>
          </a:p>
          <a:p>
            <a:r>
              <a:t>Step 6: Build demo HTML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CICIDS2017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957,000+ network flows</a:t>
            </a:r>
          </a:p>
          <a:p>
            <a:r>
              <a:t>80 features per flow</a:t>
            </a:r>
          </a:p>
          <a:p>
            <a:r>
              <a:t>Classes: Benign, DDoS, PortScan, Brute Force</a:t>
            </a:r>
          </a:p>
          <a:p>
            <a:r>
              <a:t>No label leakage: Destination Port excluded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XGBoost classifier</a:t>
            </a:r>
          </a:p>
          <a:p>
            <a:r>
              <a:t>k-fold out-of-fold predictions (no train/test leakage)</a:t>
            </a:r>
          </a:p>
          <a:p>
            <a:r>
              <a:t>Baseline precision: 0.99987, recall: 0.99988</a:t>
            </a:r>
          </a:p>
          <a:p>
            <a:r>
              <a:t>FPR: 6.1e-5</a:t>
            </a:r>
          </a:p>
          <a:p>
            <a:r>
              <a:t>Comparison: with vs without Destination 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Baseline (no port): P=0.99987, R=0.99988, F1=0.99987</a:t>
            </a:r>
          </a:p>
          <a:p>
            <a:r>
              <a:t>Chronological split: P=0.9995, R=0.9970</a:t>
            </a:r>
          </a:p>
          <a:p>
            <a:r>
              <a:t>LOAO (DDoS unseen): R=0.4496</a:t>
            </a:r>
          </a:p>
          <a:p>
            <a:r>
              <a:t>LOAO (PortScan unseen): R=0.0004</a:t>
            </a:r>
          </a:p>
          <a:p>
            <a:r>
              <a:t>Honest evaluation reveals generalization gaps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MITRE ATT&amp;CK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PortScan -&gt; T1595 Active Scanning (Reconnaissance)</a:t>
            </a:r>
          </a:p>
          <a:p>
            <a:r>
              <a:t>DDoS -&gt; T1498 Network DoS (Impact)</a:t>
            </a:r>
          </a:p>
          <a:p>
            <a:r>
              <a:t>FTP-Patator -&gt; T1110.001 Brute Force (Credential Access)</a:t>
            </a:r>
          </a:p>
          <a:p>
            <a:r>
              <a:t>SSH-Patator -&gt; T1110.001 Brute Force (Credential Access)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SOC Assistant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Offline knowledge-base mode (no API key)</a:t>
            </a:r>
          </a:p>
          <a:p>
            <a:r>
              <a:t>Optional LLM mode: Anthropic Claude, OpenRouter, Ollama</a:t>
            </a:r>
          </a:p>
          <a:p>
            <a:r>
              <a:t>Generates incident reports with response steps</a:t>
            </a:r>
          </a:p>
          <a:p>
            <a:r>
              <a:t>Tailored for small IT teams in Lusaka, Zambia</a:t>
            </a:r>
          </a:p>
          <a:p>
            <a:r>
              <a:t>Free, open-source, practical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Single-file HTML demo: outputs/demo.html</a:t>
            </a:r>
          </a:p>
          <a:p>
            <a:r>
              <a:t>Open in any browser, no server needed</a:t>
            </a:r>
          </a:p>
          <a:p>
            <a:r>
              <a:t>Shows predictions, alerts, incidents,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Supervised only - poor zero-shot generalization</a:t>
            </a:r>
          </a:p>
          <a:p>
            <a:r>
              <a:t>CICIDS2017 synthetic data</a:t>
            </a:r>
          </a:p>
          <a:p>
            <a:r>
              <a:t>Flow-level only - no payload/L7 visibility</a:t>
            </a:r>
          </a:p>
          <a:p>
            <a:r>
              <a:t>Single-source correlation</a:t>
            </a:r>
          </a:p>
          <a:p>
            <a:r>
              <a:t>LLM not evaluated (no API key in test env)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Unsupervised anomaly detection layer</a:t>
            </a:r>
          </a:p>
          <a:p>
            <a:r>
              <a:t>Live capture integration (Zeek, Suricata)</a:t>
            </a:r>
          </a:p>
          <a:p>
            <a:r>
              <a:t>Graph-based multi-source correlation</a:t>
            </a:r>
          </a:p>
          <a:p>
            <a:r>
              <a:t>Edge deployment (Raspberry Pi, Jetson)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 &amp; 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